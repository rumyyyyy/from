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23564850" cy="16797338"/>
  <p:notesSz cx="16797338" cy="2356485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47" d="100"/>
          <a:sy n="47" d="100"/>
        </p:scale>
        <p:origin x="131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0111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3564088" cy="167975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3564088" cy="167975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3564088" cy="167975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3564088" cy="167975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3564088" cy="167975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3564088" cy="167975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3564088" cy="167975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3564088" cy="167975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3564088" cy="167975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3564088" cy="167975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3564088" cy="167975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3564088" cy="167975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3564088" cy="167975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3564088" cy="167975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3564088" cy="167975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3564088" cy="167975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3564088" cy="167975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3564088" cy="167975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3564088" cy="167975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</Words>
  <Application>Microsoft Office PowerPoint</Application>
  <PresentationFormat>사용자 지정</PresentationFormat>
  <Paragraphs>19</Paragraphs>
  <Slides>19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1" baseType="lpstr"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mangoboard.net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Presentation</dc:subject>
  <dc:creator>mangoboard.net_52811232</dc:creator>
  <cp:lastModifiedBy>아름 김</cp:lastModifiedBy>
  <cp:revision>1</cp:revision>
  <dcterms:created xsi:type="dcterms:W3CDTF">2026-01-28T07:43:39Z</dcterms:created>
  <dcterms:modified xsi:type="dcterms:W3CDTF">2026-02-02T06:01:02Z</dcterms:modified>
</cp:coreProperties>
</file>