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23564088" cy="16797528"/>
  <p:notesSz cx="16797528" cy="23564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564088" cy="16797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Presentation</dc:subject>
  <dc:creator>mangoboard.net_52811232</dc:creator>
  <cp:lastModifiedBy>mangoboard.net_52811232</cp:lastModifiedBy>
  <cp:revision>1</cp:revision>
  <dcterms:created xsi:type="dcterms:W3CDTF">2026-01-28T07:43:39Z</dcterms:created>
  <dcterms:modified xsi:type="dcterms:W3CDTF">2026-01-28T07:43:39Z</dcterms:modified>
</cp:coreProperties>
</file>